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8A3D"/>
                </a:solidFill>
                <a:latin typeface="Aptos"/>
              </a:defRPr>
            </a:pPr>
            <a: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LỚP HỌC 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AE5F2"/>
                </a:solidFill>
                <a:latin typeface="Aptos"/>
              </a:defRPr>
            </a:pPr>
            <a:r>
              <a:t>Học tập linh hoạt • Kết nối trực tiếp • Theo dõi tiến độ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246120" cy="2057400"/>
          </a:xfrm>
          <a:prstGeom prst="roundRect">
            <a:avLst/>
          </a:prstGeom>
          <a:solidFill>
            <a:srgbClr val="143050"/>
          </a:solidFill>
          <a:ln>
            <a:solidFill>
              <a:srgbClr val="42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8A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401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HỌC TRỰC TIẾP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86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AE5F2"/>
                </a:solidFill>
                <a:latin typeface="Aptos"/>
              </a:defRPr>
            </a:pPr>
            <a:r>
              <a:t>Tham gia buổi học theo lịch</a:t>
            </a:r>
            <a:br/>
            <a:r>
              <a:t>Kết nối giảng viên và bạn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743200"/>
            <a:ext cx="3246120" cy="2057400"/>
          </a:xfrm>
          <a:prstGeom prst="roundRect">
            <a:avLst/>
          </a:prstGeom>
          <a:solidFill>
            <a:srgbClr val="143050"/>
          </a:solidFill>
          <a:ln>
            <a:solidFill>
              <a:srgbClr val="42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8A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3401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QUẢN LÝ LỚP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886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AE5F2"/>
                </a:solidFill>
                <a:latin typeface="Aptos"/>
              </a:defRPr>
            </a:pPr>
            <a:r>
              <a:t>Danh sách học viên tập trung</a:t>
            </a:r>
            <a:br/>
            <a:r>
              <a:t>Điểm danh và chia sẻ tài liệu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743200"/>
            <a:ext cx="3246120" cy="2057400"/>
          </a:xfrm>
          <a:prstGeom prst="roundRect">
            <a:avLst/>
          </a:prstGeom>
          <a:solidFill>
            <a:srgbClr val="143050"/>
          </a:solidFill>
          <a:ln>
            <a:solidFill>
              <a:srgbClr val="42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8" y="2944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8A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34015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THEO DÕI TIẾN ĐỘ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886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AE5F2"/>
                </a:solidFill>
                <a:latin typeface="Aptos"/>
              </a:defRPr>
            </a:pPr>
            <a:r>
              <a:t>Lịch sử tham gia rõ ràng</a:t>
            </a:r>
            <a:br/>
            <a:r>
              <a:t>Thông báo và trạng thái học tập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49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Một không gian học tập số – dễ tham gia, dễ quản lý, dễ theo dõi.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63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AE5F2"/>
                </a:solidFill>
                <a:latin typeface="Aptos"/>
              </a:defRPr>
            </a:pPr>
            <a:r>
              <a:t>PTIT-Learning  |  Giới thiệu tính năng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